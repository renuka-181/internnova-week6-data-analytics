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Company Growth &amp; Revenue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</a:defRPr>
            </a:pPr>
            <a:r>
              <a:t>A short presentation of the project workflow and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InternNova – Week 6 Data Analytics Project</a:t>
            </a:r>
          </a:p>
          <a:p>
            <a:pPr>
              <a:spcAft>
                <a:spcPts val="1500"/>
              </a:spcAft>
              <a:defRPr sz="2100"/>
            </a:pPr>
            <a:r>
              <a:t>Dataset: Inc. 5000 Company List, 2014</a:t>
            </a:r>
          </a:p>
          <a:p>
            <a:pPr>
              <a:spcAft>
                <a:spcPts val="1500"/>
              </a:spcAft>
              <a:defRPr sz="2100"/>
            </a:pPr>
            <a:r>
              <a:t>Tools: Python, pandas, Matplotlib, 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Project Overview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Explore 5,000 companies and compare revenue and growth.</a:t>
            </a:r>
          </a:p>
          <a:p>
            <a:pPr>
              <a:spcAft>
                <a:spcPts val="1500"/>
              </a:spcAft>
              <a:defRPr sz="2100"/>
            </a:pPr>
            <a:r>
              <a:t>Find industries with many companies and high average revenue/growth.</a:t>
            </a:r>
          </a:p>
          <a:p>
            <a:pPr>
              <a:spcAft>
                <a:spcPts val="1500"/>
              </a:spcAft>
              <a:defRPr sz="2100"/>
            </a:pPr>
            <a:r>
              <a:t>Communicate findings that may support business research and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Dataset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Dataset: 2014 Inc. 5000 company list (5,000 records).</a:t>
            </a:r>
          </a:p>
          <a:p>
            <a:pPr>
              <a:spcAft>
                <a:spcPts val="1500"/>
              </a:spcAft>
              <a:defRPr sz="2100"/>
            </a:pPr>
            <a:r>
              <a:t>Python analysis uses the Inc. 5000 CSV file.</a:t>
            </a:r>
          </a:p>
          <a:p>
            <a:pPr>
              <a:spcAft>
                <a:spcPts val="1500"/>
              </a:spcAft>
              <a:defRPr sz="2100"/>
            </a:pPr>
            <a:r>
              <a:t>Tools: Python, pandas, Matplotlib, Git/GitHub.</a:t>
            </a:r>
          </a:p>
          <a:p>
            <a:pPr>
              <a:spcAft>
                <a:spcPts val="1500"/>
              </a:spcAft>
              <a:defRPr sz="2100"/>
            </a:pPr>
            <a:r>
              <a:t>Important: the current analysis is company/industry analysis, not sales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Data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Loaded the CSV file with pandas.</a:t>
            </a:r>
          </a:p>
          <a:p>
            <a:pPr>
              <a:spcAft>
                <a:spcPts val="1500"/>
              </a:spcAft>
              <a:defRPr sz="2100"/>
            </a:pPr>
            <a:r>
              <a:t>Removed the fully empty _input column.</a:t>
            </a:r>
          </a:p>
          <a:p>
            <a:pPr>
              <a:spcAft>
                <a:spcPts val="1500"/>
              </a:spcAft>
              <a:defRPr sz="2100"/>
            </a:pPr>
            <a:r>
              <a:t>Filled missing metro values with 'Unknown'.</a:t>
            </a:r>
          </a:p>
          <a:p>
            <a:pPr>
              <a:spcAft>
                <a:spcPts val="1500"/>
              </a:spcAft>
              <a:defRPr sz="2100"/>
            </a:pPr>
            <a:r>
              <a:t>Checked duplicates: none were found.</a:t>
            </a:r>
          </a:p>
          <a:p>
            <a:pPr>
              <a:spcAft>
                <a:spcPts val="1500"/>
              </a:spcAft>
              <a:defRPr sz="2100"/>
            </a:pPr>
            <a:r>
              <a:t>Saved the cleaned data as data/cleaned_inc5000.csv.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EDA &amp;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Compared the top companies by revenue and growth.</a:t>
            </a:r>
          </a:p>
          <a:p>
            <a:pPr>
              <a:spcAft>
                <a:spcPts val="1500"/>
              </a:spcAft>
              <a:defRPr sz="2100"/>
            </a:pPr>
            <a:r>
              <a:t>Counted companies by industry.</a:t>
            </a:r>
          </a:p>
          <a:p>
            <a:pPr>
              <a:spcAft>
                <a:spcPts val="1500"/>
              </a:spcAft>
              <a:defRPr sz="2100"/>
            </a:pPr>
            <a:r>
              <a:t>Calculated average revenue by industry.</a:t>
            </a:r>
          </a:p>
          <a:p>
            <a:pPr>
              <a:spcAft>
                <a:spcPts val="1500"/>
              </a:spcAft>
              <a:defRPr sz="2100"/>
            </a:pPr>
            <a:r>
              <a:t>Created five charts in the charts/ folder.</a:t>
            </a:r>
          </a:p>
          <a:p>
            <a:pPr>
              <a:spcAft>
                <a:spcPts val="1500"/>
              </a:spcAft>
              <a:defRPr sz="2100"/>
            </a:pPr>
            <a:r>
              <a:t>Insert or show the charts from the project repository during the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Highest revenue in this dataset: Pacific Union Real Estate – 5,528,202,691.</a:t>
            </a:r>
          </a:p>
          <a:p>
            <a:pPr>
              <a:spcAft>
                <a:spcPts val="1500"/>
              </a:spcAft>
              <a:defRPr sz="2100"/>
            </a:pPr>
            <a:r>
              <a:t>Lowest revenue in this dataset: Cloud for Good – 1,953,000.</a:t>
            </a:r>
          </a:p>
          <a:p>
            <a:pPr>
              <a:spcAft>
                <a:spcPts val="1500"/>
              </a:spcAft>
              <a:defRPr sz="2100"/>
            </a:pPr>
            <a:r>
              <a:t>Most represented industry: IT Services – 733 companies.</a:t>
            </a:r>
          </a:p>
          <a:p>
            <a:pPr>
              <a:spcAft>
                <a:spcPts val="1500"/>
              </a:spcAft>
              <a:defRPr sz="2100"/>
            </a:pPr>
            <a:r>
              <a:t>Highest average revenue industry: Energy – about 186.23 million.</a:t>
            </a:r>
          </a:p>
          <a:p>
            <a:pPr>
              <a:spcAft>
                <a:spcPts val="1500"/>
              </a:spcAft>
              <a:defRPr sz="2100"/>
            </a:pPr>
            <a:r>
              <a:t>Highest average growth industry: Consumer Products &amp; Services – about 1,331.79.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Study high-revenue companies to identify practices worth investigating.</a:t>
            </a:r>
          </a:p>
          <a:p>
            <a:pPr>
              <a:spcAft>
                <a:spcPts val="1500"/>
              </a:spcAft>
              <a:defRPr sz="2100"/>
            </a:pPr>
            <a:r>
              <a:t>Compare industry revenue and growth alongside industry size and risk.</a:t>
            </a:r>
          </a:p>
          <a:p>
            <a:pPr>
              <a:spcAft>
                <a:spcPts val="1500"/>
              </a:spcAft>
              <a:defRPr sz="2100"/>
            </a:pPr>
            <a:r>
              <a:t>Review low-revenue companies in context; revenue alone is not enough to judge performance.</a:t>
            </a:r>
          </a:p>
          <a:p>
            <a:pPr>
              <a:spcAft>
                <a:spcPts val="1500"/>
              </a:spcAft>
              <a:defRPr sz="2100"/>
            </a:pPr>
            <a:r>
              <a:t>Use sales-specific metrics if the final Power BI dashboard uses Sample Superstore.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Power BI Dashboard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Power BI dashboard: add the completed .pbix file and dashboard screenshot before final submission.</a:t>
            </a:r>
          </a:p>
          <a:p>
            <a:pPr>
              <a:spcAft>
                <a:spcPts val="1500"/>
              </a:spcAft>
              <a:defRPr sz="2100"/>
            </a:pPr>
            <a:r>
              <a:t>Keep the dataset used in the dashboard clearly identified.</a:t>
            </a:r>
          </a:p>
          <a:p>
            <a:pPr>
              <a:spcAft>
                <a:spcPts val="1500"/>
              </a:spcAft>
              <a:defRPr sz="2100"/>
            </a:pPr>
            <a:r>
              <a:t>This project demonstrates data cleaning, EDA, visualization, and communicating insights.</a:t>
            </a:r>
          </a:p>
          <a:p>
            <a:pPr>
              <a:spcAft>
                <a:spcPts val="1500"/>
              </a:spcAft>
              <a:defRPr sz="2100"/>
            </a:pPr>
            <a:r>
              <a:t>Final check: README, scripts, dataset, charts, .pbix file, and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